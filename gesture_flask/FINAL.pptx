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71" r:id="rId15"/>
    <p:sldId id="267" r:id="rId16"/>
    <p:sldId id="273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F7"/>
    <a:srgbClr val="FF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0" autoAdjust="0"/>
    <p:restoredTop sz="94660"/>
  </p:normalViewPr>
  <p:slideViewPr>
    <p:cSldViewPr>
      <p:cViewPr varScale="1">
        <p:scale>
          <a:sx n="78" d="100"/>
          <a:sy n="78" d="100"/>
        </p:scale>
        <p:origin x="6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461883-3290-9ED5-6853-FAF9A764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" y="0"/>
            <a:ext cx="12187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10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1374F-7469-C770-0D84-5B9C5E56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5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24A5F8-32D3-AAC1-E45D-D0C05EC0B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BF1AE0-4A63-A57C-0171-AA325FFC9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595" y="154795"/>
            <a:ext cx="5715000" cy="2965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D6C34C-CB9D-CD94-5266-6A5BF2D8A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273454"/>
            <a:ext cx="6019800" cy="3490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B9B74B-9136-BBA5-2824-B25902A7F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12192000" cy="6019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9D4DF-D499-26A4-9DA1-A202F50D0773}"/>
              </a:ext>
            </a:extLst>
          </p:cNvPr>
          <p:cNvSpPr txBox="1"/>
          <p:nvPr/>
        </p:nvSpPr>
        <p:spPr>
          <a:xfrm>
            <a:off x="228600" y="257432"/>
            <a:ext cx="411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1:</a:t>
            </a:r>
          </a:p>
        </p:txBody>
      </p:sp>
    </p:spTree>
    <p:extLst>
      <p:ext uri="{BB962C8B-B14F-4D97-AF65-F5344CB8AC3E}">
        <p14:creationId xmlns:p14="http://schemas.microsoft.com/office/powerpoint/2010/main" val="243316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D6B1B-A5A4-9EFD-827D-BF8B51F72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1"/>
            <a:ext cx="12192000" cy="5867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0AA6AD-D69A-0C01-448D-43AE83C60BD4}"/>
              </a:ext>
            </a:extLst>
          </p:cNvPr>
          <p:cNvSpPr txBox="1"/>
          <p:nvPr/>
        </p:nvSpPr>
        <p:spPr>
          <a:xfrm>
            <a:off x="228600" y="445531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2:</a:t>
            </a:r>
          </a:p>
        </p:txBody>
      </p:sp>
    </p:spTree>
    <p:extLst>
      <p:ext uri="{BB962C8B-B14F-4D97-AF65-F5344CB8AC3E}">
        <p14:creationId xmlns:p14="http://schemas.microsoft.com/office/powerpoint/2010/main" val="828637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1999" cy="68546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46FEB-8F0B-50F6-0428-3CA47F98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"/>
            <a:ext cx="12192000" cy="684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1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26"/>
            <a:ext cx="12192000" cy="6854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1287</TotalTime>
  <Words>6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Pathan laiba hafsa maheen Khan</dc:creator>
  <cp:lastModifiedBy>Pathan laiba hafsa maheen Khan</cp:lastModifiedBy>
  <cp:revision>2</cp:revision>
  <dcterms:created xsi:type="dcterms:W3CDTF">2026-01-05T13:48:33Z</dcterms:created>
  <dcterms:modified xsi:type="dcterms:W3CDTF">2026-01-08T11:32:37Z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2021</vt:lpwstr>
  </property>
</Properties>
</file>